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3F33D8-A94C-4B68-92E9-5CF3B4713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36BC5F-7DAF-40CC-80B5-A796E3577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940707-3482-4587-AF6E-0E68AAC8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6C79A-E779-4F2F-97F5-C04A16EB24AF}" type="datetimeFigureOut">
              <a:rPr lang="es-CO" smtClean="0"/>
              <a:t>7/04/2019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9CC734-590A-4D0D-A0C2-6EFBBDD39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1B51BD-4525-4EAC-99AC-CDA6A70F9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F8F-E58C-4323-B88C-90D23132E2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40316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D2862-33B9-41FF-B826-1681F408F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92B1D8-F658-4DDF-AD24-82E8951B5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E6D724-88F5-4EDB-9671-714DDF6BB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6C79A-E779-4F2F-97F5-C04A16EB24AF}" type="datetimeFigureOut">
              <a:rPr lang="es-CO" smtClean="0"/>
              <a:t>7/04/2019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D2307A-A0C7-4FFF-980C-5907B0EA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89FFE7-2EEE-49B4-B218-0DB265CBD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F8F-E58C-4323-B88C-90D23132E2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3023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37E6EC-5304-4DF2-A2D6-E9599ECAA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527F17-61D7-4E16-AB35-EAA94CF9A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453BAA-2B15-4BBE-BD92-1F6E0CD88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6C79A-E779-4F2F-97F5-C04A16EB24AF}" type="datetimeFigureOut">
              <a:rPr lang="es-CO" smtClean="0"/>
              <a:t>7/04/2019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3725B-E689-4C11-8B1A-8643B0A26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177331-6046-4D57-8CFE-7155093E7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F8F-E58C-4323-B88C-90D23132E2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3224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9C486-F657-4C39-96AF-9A642905D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0BBE89-D8C1-46CC-B44C-35C132BCB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09164D6-06B7-459F-902F-8D9554F41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6BECD9-21C7-46D8-A73E-CA19D3AE0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6C79A-E779-4F2F-97F5-C04A16EB24AF}" type="datetimeFigureOut">
              <a:rPr lang="es-CO" smtClean="0"/>
              <a:t>7/04/2019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74629A-6AE5-4E08-BAA6-7C914A37B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C26E0E-080A-4D4B-8168-9381F6834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F8F-E58C-4323-B88C-90D23132E2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9296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721ED-E147-4C1D-8DDF-DBFA1A87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AC74AA-4EE3-4D53-AD44-18EC2AC37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289486-57B7-4E0C-A38B-02E259D83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63A1EA7-046E-4DED-B7A4-C78519393D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2D6FFB8-8C93-4B1A-9318-4C2E61033C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F176FCB-AEA4-42A3-8181-8D80F248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6C79A-E779-4F2F-97F5-C04A16EB24AF}" type="datetimeFigureOut">
              <a:rPr lang="es-CO" smtClean="0"/>
              <a:t>7/04/2019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AE76F2B-E7F4-46AF-A395-1DB4A431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07CF5C1-381B-4E18-8C0A-3EB94AB1C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F8F-E58C-4323-B88C-90D23132E2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25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896D0-69DA-41ED-9BC9-CD9430FE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BEE8278-1ACE-45B9-8853-81FC84F49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6C79A-E779-4F2F-97F5-C04A16EB24AF}" type="datetimeFigureOut">
              <a:rPr lang="es-CO" smtClean="0"/>
              <a:t>7/04/2019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F067C4-B41B-4E8E-91E8-5529F384B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EFE24FE-67F5-4A8D-B170-87FFB5F06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F8F-E58C-4323-B88C-90D23132E2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227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69C2E41-6453-4FAF-9EEE-2BE26EED5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6C79A-E779-4F2F-97F5-C04A16EB24AF}" type="datetimeFigureOut">
              <a:rPr lang="es-CO" smtClean="0"/>
              <a:t>7/04/2019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78A05F9-6756-4A05-8406-EEBAEFB3E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FAB320-3A2F-47AD-8688-5B30204D8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F8F-E58C-4323-B88C-90D23132E2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0227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2AF0CF-0E98-449D-859E-F8DACDD4E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85253B-3FD9-4ACB-BB60-CD931AF51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C8155D-8023-45E3-BAC2-400292499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537365-8970-4678-B66D-559FD45C8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6C79A-E779-4F2F-97F5-C04A16EB24AF}" type="datetimeFigureOut">
              <a:rPr lang="es-CO" smtClean="0"/>
              <a:t>7/04/2019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FFA77B-4A3D-42F0-9AEC-14791489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5F071E-B433-424F-9020-7FBD8A83F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F8F-E58C-4323-B88C-90D23132E2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8438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1BA77-7A56-4057-8B22-B0BE9C12E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DEBFD8F-11C0-4019-B6E6-50F9C5013E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4314BA-316B-42A9-B315-740572D6C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0178F6-CEAB-4300-A5E8-611995BA4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6C79A-E779-4F2F-97F5-C04A16EB24AF}" type="datetimeFigureOut">
              <a:rPr lang="es-CO" smtClean="0"/>
              <a:t>7/04/2019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304042-C183-4B6B-8E93-CC169A88C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FF4A2E-3AB9-4FAF-AC4F-00B661A2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F8F-E58C-4323-B88C-90D23132E2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9126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4D7FC-CE1C-468E-A21E-9FC41C645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8E0F65-951E-4797-AA58-9A3BA9B5D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966CD6-B564-4B7C-8D2E-CC941548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6C79A-E779-4F2F-97F5-C04A16EB24AF}" type="datetimeFigureOut">
              <a:rPr lang="es-CO" smtClean="0"/>
              <a:t>7/04/2019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D90999-DB8F-4E9A-858A-5BC10C720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96D224-6325-4FAC-811C-214C53451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F8F-E58C-4323-B88C-90D23132E2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5359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B7DE573-C7CF-421D-9075-4F4E2D2CB9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DE6B37-C577-4F39-B766-9D231F86F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D980AC-F595-4930-830C-BDDFFBC21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6C79A-E779-4F2F-97F5-C04A16EB24AF}" type="datetimeFigureOut">
              <a:rPr lang="es-CO" smtClean="0"/>
              <a:t>7/04/2019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170E90-5E46-4E33-9079-1B492905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81E5B6-885D-4374-B1F2-02FF65AF1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F8F-E58C-4323-B88C-90D23132E2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8401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0798A0-4246-45F9-8F74-8CDF9F02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FCBB36-9713-4E59-9018-743EA7C9A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30F0F6-256E-4FB3-B119-43336856F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6C79A-E779-4F2F-97F5-C04A16EB24AF}" type="datetimeFigureOut">
              <a:rPr lang="es-CO" smtClean="0"/>
              <a:t>7/04/2019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05FD1C-D911-4FD0-A512-7995B5C8B5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2418A9-B52E-4531-A7F8-61F3A891A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24F8F-E58C-4323-B88C-90D23132E28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4506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rowserstack.com/" TargetMode="External"/><Relationship Id="rId2" Type="http://schemas.openxmlformats.org/officeDocument/2006/relationships/hyperlink" Target="https://saucelab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120916-1537-482D-BE00-D9B793D96B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 err="1"/>
              <a:t>Galen</a:t>
            </a:r>
            <a:r>
              <a:rPr lang="es-CO" dirty="0"/>
              <a:t> Framework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36FD9B-5226-40DA-80A3-FEC5F861BE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1026" name="Picture 2" descr="http://galenframework.com/public/logo.png">
            <a:extLst>
              <a:ext uri="{FF2B5EF4-FFF2-40B4-BE49-F238E27FC236}">
                <a16:creationId xmlns:a16="http://schemas.microsoft.com/office/drawing/2014/main" id="{81B4F8C6-91CF-46B4-90A4-05E1F4987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075" y="2574388"/>
            <a:ext cx="854612" cy="854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250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BE2B8-D206-4A98-829B-51F040734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Desarrollado por…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523427-87A3-4277-AAA4-C83D9551E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r>
              <a:rPr lang="es-CO" dirty="0" err="1"/>
              <a:t>Ivan</a:t>
            </a:r>
            <a:r>
              <a:rPr lang="es-CO" dirty="0"/>
              <a:t> </a:t>
            </a:r>
            <a:r>
              <a:rPr lang="es-CO" dirty="0" err="1"/>
              <a:t>Shubin</a:t>
            </a:r>
            <a:r>
              <a:rPr lang="es-CO" dirty="0"/>
              <a:t>.</a:t>
            </a:r>
          </a:p>
        </p:txBody>
      </p:sp>
      <p:pic>
        <p:nvPicPr>
          <p:cNvPr id="7170" name="Picture 2" descr="https://yt3.ggpht.com/a-/AAuE7mASgXrag8uL8aFlQwxId9-oRBih2a0SQYnMgA=s288-mo-c-c0xffffffff-rj-k-no">
            <a:extLst>
              <a:ext uri="{FF2B5EF4-FFF2-40B4-BE49-F238E27FC236}">
                <a16:creationId xmlns:a16="http://schemas.microsoft.com/office/drawing/2014/main" id="{DBAB05CB-D3CA-441C-8749-AD6BA146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05740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083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C0CE0A-57F1-4E00-B9E6-CDED2E922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La idea...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C00343-2643-4400-9CE7-E16B34F5E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s-CO" dirty="0"/>
              <a:t>Las pruebas de diseño siempre parecían una tarea compleja. </a:t>
            </a:r>
            <a:r>
              <a:rPr lang="es-CO" dirty="0" err="1"/>
              <a:t>Galen</a:t>
            </a:r>
            <a:r>
              <a:rPr lang="es-CO" dirty="0"/>
              <a:t> Framework ofrece una solución simple: pruebe la ubicación de los objetos entre sí en la página. Usando una sintaxis especial y reglas completas, puede describir cualquier diseño que pueda imaginar.</a:t>
            </a:r>
          </a:p>
        </p:txBody>
      </p:sp>
      <p:pic>
        <p:nvPicPr>
          <p:cNvPr id="2050" name="Picture 2" descr="http://galenframework.com/public/images/slide-layout-planning.png">
            <a:extLst>
              <a:ext uri="{FF2B5EF4-FFF2-40B4-BE49-F238E27FC236}">
                <a16:creationId xmlns:a16="http://schemas.microsoft.com/office/drawing/2014/main" id="{2FBA4CCC-4440-4700-A1A9-779934219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974" y="3340991"/>
            <a:ext cx="3231174" cy="3517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2285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8B5AAD-8718-4B8E-92CF-B6A814A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Selenium</a:t>
            </a:r>
            <a:r>
              <a:rPr lang="es-CO" dirty="0"/>
              <a:t> </a:t>
            </a:r>
            <a:r>
              <a:rPr lang="es-CO" dirty="0" err="1"/>
              <a:t>Grid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AA332C-7379-4457-B6DA-113989A2F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108"/>
            <a:ext cx="10515600" cy="4699855"/>
          </a:xfrm>
        </p:spPr>
        <p:txBody>
          <a:bodyPr/>
          <a:lstStyle/>
          <a:p>
            <a:r>
              <a:rPr lang="es-CO" dirty="0" err="1"/>
              <a:t>Galen</a:t>
            </a:r>
            <a:r>
              <a:rPr lang="es-CO" dirty="0"/>
              <a:t> Framework funciona bien en </a:t>
            </a:r>
            <a:r>
              <a:rPr lang="es-CO" dirty="0" err="1"/>
              <a:t>Selenium</a:t>
            </a:r>
            <a:r>
              <a:rPr lang="es-CO" dirty="0"/>
              <a:t> </a:t>
            </a:r>
            <a:r>
              <a:rPr lang="es-CO" dirty="0" err="1"/>
              <a:t>Grid</a:t>
            </a:r>
            <a:r>
              <a:rPr lang="es-CO" dirty="0"/>
              <a:t>. Puede configurar sus pruebas para que se ejecuten en una nube como </a:t>
            </a:r>
            <a:r>
              <a:rPr lang="es-CO" dirty="0">
                <a:hlinkClick r:id="rId2"/>
              </a:rPr>
              <a:t>Sauce </a:t>
            </a:r>
            <a:r>
              <a:rPr lang="es-CO" dirty="0" err="1">
                <a:hlinkClick r:id="rId2"/>
              </a:rPr>
              <a:t>Labs</a:t>
            </a:r>
            <a:r>
              <a:rPr lang="es-CO" dirty="0"/>
              <a:t> o </a:t>
            </a:r>
            <a:r>
              <a:rPr lang="es-CO" dirty="0" err="1">
                <a:hlinkClick r:id="rId3"/>
              </a:rPr>
              <a:t>BrowserStack</a:t>
            </a:r>
            <a:r>
              <a:rPr lang="es-CO" dirty="0"/>
              <a:t> para que pueda probar sus sitios web receptivos en diferentes dispositivos móviles. </a:t>
            </a:r>
            <a:r>
              <a:rPr lang="es-CO" dirty="0" err="1"/>
              <a:t>Galen</a:t>
            </a:r>
            <a:r>
              <a:rPr lang="es-CO" dirty="0"/>
              <a:t> puede ejecutar múltiples pruebas en paralelo, lo que también es un buen ahorro de tiempo.</a:t>
            </a:r>
          </a:p>
        </p:txBody>
      </p:sp>
      <p:pic>
        <p:nvPicPr>
          <p:cNvPr id="3076" name="Picture 4" descr="http://galenframework.com/public/images/slide-selenium-grid.png">
            <a:extLst>
              <a:ext uri="{FF2B5EF4-FFF2-40B4-BE49-F238E27FC236}">
                <a16:creationId xmlns:a16="http://schemas.microsoft.com/office/drawing/2014/main" id="{6F24D727-5E5D-450C-A135-70F1F3EA6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3711893"/>
            <a:ext cx="2476500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590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535CC-65A2-47ED-84DF-A102A877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CO" dirty="0" err="1"/>
              <a:t>Responsive</a:t>
            </a:r>
            <a:r>
              <a:rPr lang="es-CO" dirty="0"/>
              <a:t> </a:t>
            </a:r>
            <a:r>
              <a:rPr lang="es-CO" dirty="0" err="1"/>
              <a:t>Design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16D3E6-4B1D-49E5-A154-AD8C6362F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err="1"/>
              <a:t>Galen</a:t>
            </a:r>
            <a:r>
              <a:rPr lang="es-CO" dirty="0"/>
              <a:t> Framework está diseñado teniendo en cuenta la capacidad de respuesta. Es fácil configurar una prueba para diferentes tamaños de navegador. </a:t>
            </a:r>
            <a:r>
              <a:rPr lang="es-CO" dirty="0" err="1"/>
              <a:t>Galen</a:t>
            </a:r>
            <a:r>
              <a:rPr lang="es-CO" dirty="0"/>
              <a:t> simplemente abre un navegador, lo redimensiona a un tamaño definido y luego prueba la página de acuerdo con las especificaciones</a:t>
            </a:r>
          </a:p>
        </p:txBody>
      </p:sp>
    </p:spTree>
    <p:extLst>
      <p:ext uri="{BB962C8B-B14F-4D97-AF65-F5344CB8AC3E}">
        <p14:creationId xmlns:p14="http://schemas.microsoft.com/office/powerpoint/2010/main" val="239405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30655-5792-41B3-8C48-A7DB36FEF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Sintaxis legible y avanzada para humanos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EF3724-133F-464D-87AC-220FF2162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Sintaxis básica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2C5767-ADD8-4928-84D8-CD9673F44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253" y="2373346"/>
            <a:ext cx="6135493" cy="393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631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D7D85F-911D-4F20-ADA5-D90CFF285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5249"/>
            <a:ext cx="10515600" cy="5501714"/>
          </a:xfrm>
        </p:spPr>
        <p:txBody>
          <a:bodyPr/>
          <a:lstStyle/>
          <a:p>
            <a:r>
              <a:rPr lang="es-CO" dirty="0"/>
              <a:t>Sintaxis avanzada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C201823-431E-49C7-8A80-344CEA9E1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764" y="1665627"/>
            <a:ext cx="6754472" cy="451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800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AAD48D-1646-4DEA-8F83-85C352CC3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Usando el lenguaje de especificaciones de </a:t>
            </a:r>
            <a:r>
              <a:rPr lang="es-CO" dirty="0" err="1"/>
              <a:t>Galen</a:t>
            </a:r>
            <a:r>
              <a:rPr lang="es-CO" dirty="0"/>
              <a:t> (*.</a:t>
            </a:r>
            <a:r>
              <a:rPr lang="es-CO" dirty="0" err="1"/>
              <a:t>gspec</a:t>
            </a:r>
            <a:r>
              <a:rPr lang="es-CO" dirty="0"/>
              <a:t>) , puede describir cualquier diseño complejo que incluya diferentes tamaños de pantalla o navegadores. No solo es fácil de escribir, también es fácil de leer si no está familiarizado con el idioma. Puede escribir un archivo de especificaciones de página adecuado y usarlo más tarde como un documento de requisitos para su Front-</a:t>
            </a:r>
            <a:r>
              <a:rPr lang="es-CO" dirty="0" err="1"/>
              <a:t>end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87858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AC232-5543-47A7-AEDC-622655C98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Informes detallados de HTML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9C525A-3D47-4F4F-8E84-D1EEFFBBD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Errores</a:t>
            </a:r>
          </a:p>
          <a:p>
            <a:pPr lvl="1"/>
            <a:r>
              <a:rPr lang="es-CO" dirty="0" err="1"/>
              <a:t>Galen</a:t>
            </a:r>
            <a:r>
              <a:rPr lang="es-CO" dirty="0"/>
              <a:t> Framework genera informes HTML donde puede ver todos sus objetos de prueba en la página</a:t>
            </a:r>
          </a:p>
        </p:txBody>
      </p:sp>
      <p:pic>
        <p:nvPicPr>
          <p:cNvPr id="4098" name="Picture 2" descr="http://galenframework.com/public/images/html-report.png">
            <a:extLst>
              <a:ext uri="{FF2B5EF4-FFF2-40B4-BE49-F238E27FC236}">
                <a16:creationId xmlns:a16="http://schemas.microsoft.com/office/drawing/2014/main" id="{2FC40D41-3B4D-4610-8B34-CCA561AB3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452" y="3429000"/>
            <a:ext cx="3717095" cy="2973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594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3C7C53-D93F-4B93-B8B7-33579AB0C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419" y="604911"/>
            <a:ext cx="10515600" cy="5684594"/>
          </a:xfrm>
        </p:spPr>
        <p:txBody>
          <a:bodyPr/>
          <a:lstStyle/>
          <a:p>
            <a:r>
              <a:rPr lang="es-CO" dirty="0"/>
              <a:t>Capturas de pantalla</a:t>
            </a:r>
          </a:p>
          <a:p>
            <a:pPr lvl="1"/>
            <a:r>
              <a:rPr lang="es-CO" dirty="0"/>
              <a:t>Resalta automáticamente los elementos desalineados, por lo que es realmente fácil ver lo que está mal en la página.</a:t>
            </a:r>
          </a:p>
        </p:txBody>
      </p:sp>
      <p:pic>
        <p:nvPicPr>
          <p:cNvPr id="5122" name="Picture 2" descr="http://galenframework.com/public/images/html-report-screenshots.png">
            <a:extLst>
              <a:ext uri="{FF2B5EF4-FFF2-40B4-BE49-F238E27FC236}">
                <a16:creationId xmlns:a16="http://schemas.microsoft.com/office/drawing/2014/main" id="{5F59508F-E863-4C7C-A8A8-65ECCE365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1822" y="2012852"/>
            <a:ext cx="4728356" cy="3782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754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8D62EF-FB26-4E2A-9E67-FFE851C9F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0843"/>
            <a:ext cx="10515600" cy="5586120"/>
          </a:xfrm>
        </p:spPr>
        <p:txBody>
          <a:bodyPr/>
          <a:lstStyle/>
          <a:p>
            <a:r>
              <a:rPr lang="es-CO" dirty="0"/>
              <a:t>Comparación de imágenes</a:t>
            </a:r>
          </a:p>
          <a:p>
            <a:pPr lvl="1"/>
            <a:r>
              <a:rPr lang="es-CO" dirty="0" err="1"/>
              <a:t>Galen</a:t>
            </a:r>
            <a:r>
              <a:rPr lang="es-CO" dirty="0"/>
              <a:t> Framework le ofrece la posibilidad de realizar una comprobación visual y le muestra el área de discordancia</a:t>
            </a:r>
          </a:p>
        </p:txBody>
      </p:sp>
      <p:pic>
        <p:nvPicPr>
          <p:cNvPr id="6146" name="Picture 2" descr="http://galenframework.com/public/images/image-comparison.png">
            <a:extLst>
              <a:ext uri="{FF2B5EF4-FFF2-40B4-BE49-F238E27FC236}">
                <a16:creationId xmlns:a16="http://schemas.microsoft.com/office/drawing/2014/main" id="{855104F0-A7D1-4D83-BB43-5BFA89E20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221" y="2342270"/>
            <a:ext cx="4492869" cy="359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2743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B9D5D4-7CB2-49A8-A50F-1E170EB1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CDD485-9730-4775-8E96-45516CC4B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64926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146</Words>
  <Application>Microsoft Office PowerPoint</Application>
  <PresentationFormat>Panorámica</PresentationFormat>
  <Paragraphs>21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Galen Framework</vt:lpstr>
      <vt:lpstr>Desarrollado por…</vt:lpstr>
      <vt:lpstr>La idea...</vt:lpstr>
      <vt:lpstr>Selenium Grid</vt:lpstr>
      <vt:lpstr>Responsive Design</vt:lpstr>
      <vt:lpstr>Sintaxis legible y avanzada para humanos</vt:lpstr>
      <vt:lpstr>Presentación de PowerPoint</vt:lpstr>
      <vt:lpstr>Presentación de PowerPoint</vt:lpstr>
      <vt:lpstr>Informes detallados de HTML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Galen Framework</dc:title>
  <dc:creator>pcc</dc:creator>
  <cp:lastModifiedBy>pcc</cp:lastModifiedBy>
  <cp:revision>7</cp:revision>
  <dcterms:created xsi:type="dcterms:W3CDTF">2019-04-07T14:22:24Z</dcterms:created>
  <dcterms:modified xsi:type="dcterms:W3CDTF">2019-04-07T22:12:04Z</dcterms:modified>
</cp:coreProperties>
</file>