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6ABFC-059D-4A79-8969-D3532465C5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1B3E64-7106-4422-84CE-7B702B38B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463523-DEF7-4D53-B389-881F47188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1D566-8EE9-4B66-9747-90D9470B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03BC29-A6D6-42CD-8F49-883161004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4846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76E136-A3B5-493F-A3FA-AEBE34B05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69452B-212B-4247-9709-05451DE1E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BD31EC-B7EA-47A1-AC46-9FB0B7FE0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FA5315-D657-43B7-9093-066603203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457049-D275-4429-A3DA-C416B8DD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1075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455F37-91B0-462A-B149-D065022B7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ACF16C-748D-407A-9724-790781D79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BA298A2-F346-4AEC-A18A-3088BE23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BAD495-BA5B-4B49-84ED-D005E217B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4DD054-494F-43A0-8A64-48F11D3F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8822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A12F44-978E-46E6-A609-CBBC6CD92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165A7A-F7DC-4200-9121-090C1952AC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9B1D55-74DA-4E6C-8D63-7644905E57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F81C5AC-C508-4F66-8B88-AD0276CB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C0D2032-3568-4439-8D74-995CB5BF9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6F1CAA3-379D-463A-91E4-84974D08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4370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B99384-CC7E-4CF3-9F7E-BEB6833F3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E6F32D-9A5C-4DE3-A2C0-AB0FCBC54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61760A-DEC4-4C5D-A784-DA2F71261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F6F7C8B-46E8-4AB6-912E-9889BCAE7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274D380-5EA0-422D-A933-4A3DEE5453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ABA5DB-C57F-4AB2-A2CE-613684F1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E1C36D-CD87-43D0-82D2-4B3A6A296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054D875-A8F3-4439-BEEE-40803FDE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093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EB552D-3130-4A5A-B745-4491A3A8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DDB0059-4AE5-4898-A49E-A15987D8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281687-54E3-4F0C-9246-9CC3DEFE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BA3CC4-19F4-4BAA-9F04-80BB3450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88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0722409-7B57-4362-B1EA-4C8D87A48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02AB53-0667-4727-98EB-8B99F4617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DCBDAD-298C-4320-8F82-A7737FC73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8004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B9A57-D8DE-4324-8FF4-0D8B1E7AB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BBF0BA-BEE5-45A1-BA23-35799DE86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D20197-9B50-4CD5-84D3-03DECB5A0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179C66-D456-4B05-8621-5C92225C9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E22ADD-61C7-4AE8-BC8E-F2239317F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CB0701-393C-4316-A7F5-8011F362A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82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7DA83-F788-45FA-816A-379D1A092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C5824B8-FA2B-4CBB-AAFA-B3BF9AC32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05AC453-48BD-41EA-A3E1-50DD6CA15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66DDFDD-A552-4B10-A26A-0E8B40EAD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ACFA1A-4306-4379-96DE-212F8B30C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FD6FA2-8761-4BE9-BD32-27371D2CE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7695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57EBD-F5B6-4F59-87A0-B810AA0A1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D11F09-37BB-4B32-BEAB-8EF585FE89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5D377D-B973-4A29-8629-5C5AE945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FC4D05-4D75-4323-B92E-5A11A5530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AB48B1-8E24-4B7A-8D84-F7592E225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37760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0B1CF9-64A9-494E-82D6-DCA82A3A5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3AE49C-06EB-4409-A317-31C5F346D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71B257-3F48-49F6-8037-0000189C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2244BBC-9CE4-4969-A2B3-E1FFB1460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C124B-46C0-4115-88BD-32D93B503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0926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7580AB-C4B5-4DC1-8659-E19C761E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ACFFB4-151A-4B3F-9FD1-2289F0C3E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6DC662-19C4-4020-A41A-140974BCD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974088-0809-4284-9578-0AB0865582EA}" type="datetimeFigureOut">
              <a:rPr lang="es-CO" smtClean="0"/>
              <a:t>18/03/2019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06E7625-E0B5-4593-8AA8-59E84D77D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AC17B0-D2C3-4EDB-B35F-139F1935D3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DD7AA-156C-40DB-9F21-2C274AA724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103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80C5A-87A5-45F6-94AE-A2060D5FB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b="1" i="1" dirty="0" err="1"/>
              <a:t>WebDriverWait</a:t>
            </a:r>
            <a:endParaRPr lang="es-CO" b="1" i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3C215CA-E532-4E8C-8158-2523D02A33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05957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5D9A8-022E-4FA3-B400-BFC4E12AD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“</a:t>
            </a:r>
            <a:r>
              <a:rPr lang="es-CO" b="1" i="1" dirty="0"/>
              <a:t>Esperas</a:t>
            </a:r>
            <a:r>
              <a:rPr lang="es-CO" dirty="0"/>
              <a:t>” o “</a:t>
            </a:r>
            <a:r>
              <a:rPr lang="es-CO" b="1" i="1" dirty="0" err="1"/>
              <a:t>Waits</a:t>
            </a:r>
            <a:r>
              <a:rPr lang="es-CO" dirty="0"/>
              <a:t>”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347B5D-F73F-4F84-BAD6-332BF12AC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8887"/>
            <a:ext cx="10515600" cy="3818076"/>
          </a:xfrm>
        </p:spPr>
        <p:txBody>
          <a:bodyPr/>
          <a:lstStyle/>
          <a:p>
            <a:r>
              <a:rPr lang="es-CO" dirty="0"/>
              <a:t>La espera es que la ejecución automática de la tarea transcurra un cierto tiempo antes de continuar con el siguiente paso</a:t>
            </a:r>
          </a:p>
        </p:txBody>
      </p:sp>
    </p:spTree>
    <p:extLst>
      <p:ext uri="{BB962C8B-B14F-4D97-AF65-F5344CB8AC3E}">
        <p14:creationId xmlns:p14="http://schemas.microsoft.com/office/powerpoint/2010/main" val="3423317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B3E341-ABA2-4AD7-A080-CB21DA225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Tipos de </a:t>
            </a:r>
            <a:r>
              <a:rPr lang="es-CO" b="1" i="1" dirty="0"/>
              <a:t>“esperas - </a:t>
            </a:r>
            <a:r>
              <a:rPr lang="es-CO" b="1" i="1" dirty="0" err="1"/>
              <a:t>waits</a:t>
            </a:r>
            <a:r>
              <a:rPr lang="es-CO" b="1" i="1" dirty="0"/>
              <a:t>”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CCEF4D-F1A8-42A1-B813-43E4D614D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Espera Implícita</a:t>
            </a:r>
          </a:p>
          <a:p>
            <a:endParaRPr lang="es-CO" dirty="0"/>
          </a:p>
          <a:p>
            <a:r>
              <a:rPr lang="es-CO" dirty="0"/>
              <a:t>Espera explicita </a:t>
            </a:r>
          </a:p>
        </p:txBody>
      </p:sp>
    </p:spTree>
    <p:extLst>
      <p:ext uri="{BB962C8B-B14F-4D97-AF65-F5344CB8AC3E}">
        <p14:creationId xmlns:p14="http://schemas.microsoft.com/office/powerpoint/2010/main" val="1252921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21EC6-A866-4B88-BD18-5A124A030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i="1" dirty="0"/>
              <a:t>Esperas Implícitas - </a:t>
            </a:r>
            <a:r>
              <a:rPr lang="es-CO" b="1" i="1" dirty="0" err="1"/>
              <a:t>Implicit</a:t>
            </a:r>
            <a:r>
              <a:rPr lang="es-CO" b="1" i="1" dirty="0"/>
              <a:t> </a:t>
            </a:r>
            <a:r>
              <a:rPr lang="es-CO" b="1" i="1" dirty="0" err="1"/>
              <a:t>Waits</a:t>
            </a:r>
            <a:endParaRPr lang="es-CO" b="1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2B363E-A6F9-4781-A949-F90AB5411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Una espera implícita es decirle a </a:t>
            </a:r>
            <a:r>
              <a:rPr lang="es-CO" dirty="0" err="1"/>
              <a:t>WebDriver</a:t>
            </a:r>
            <a:r>
              <a:rPr lang="es-CO" dirty="0"/>
              <a:t> que consulte el DOM (Modelo de Objetos del Documento) durante un período de tiempo determinado al tratar de encontrar un elemento o elementos si no están disponibles de inmediato. </a:t>
            </a:r>
          </a:p>
        </p:txBody>
      </p:sp>
    </p:spTree>
    <p:extLst>
      <p:ext uri="{BB962C8B-B14F-4D97-AF65-F5344CB8AC3E}">
        <p14:creationId xmlns:p14="http://schemas.microsoft.com/office/powerpoint/2010/main" val="2899472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8B9B4B-C34E-4E88-8C8B-B968BCC22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i="1" dirty="0"/>
              <a:t>Esperas Explicitas – </a:t>
            </a:r>
            <a:r>
              <a:rPr lang="es-CO" b="1" i="1" dirty="0" err="1"/>
              <a:t>Explicit</a:t>
            </a:r>
            <a:r>
              <a:rPr lang="es-CO" b="1" i="1" dirty="0"/>
              <a:t> </a:t>
            </a:r>
            <a:r>
              <a:rPr lang="es-CO" b="1" i="1" dirty="0" err="1"/>
              <a:t>Waits</a:t>
            </a:r>
            <a:endParaRPr lang="es-CO" b="1" i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A6FE51-6250-4958-9154-7F003384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Una espera explícita es el código que se define para esperar a que ocurra una determinada condición antes de continuar con el código.</a:t>
            </a:r>
          </a:p>
        </p:txBody>
      </p:sp>
    </p:spTree>
    <p:extLst>
      <p:ext uri="{BB962C8B-B14F-4D97-AF65-F5344CB8AC3E}">
        <p14:creationId xmlns:p14="http://schemas.microsoft.com/office/powerpoint/2010/main" val="2085774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3BC33-3E70-4231-BDC2-230C204A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/>
              <a:t>Condiciones (</a:t>
            </a:r>
            <a:r>
              <a:rPr lang="es-CO" b="1" i="1" dirty="0" err="1"/>
              <a:t>Expected</a:t>
            </a:r>
            <a:r>
              <a:rPr lang="es-CO" b="1" i="1" dirty="0"/>
              <a:t> </a:t>
            </a:r>
            <a:r>
              <a:rPr lang="es-CO" b="1" i="1" dirty="0" err="1"/>
              <a:t>Conditions</a:t>
            </a:r>
            <a:r>
              <a:rPr lang="es-CO" b="1" dirty="0"/>
              <a:t>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6C188F-3796-4EC2-9F30-B1C40956E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dirty="0" err="1"/>
              <a:t>WebElement</a:t>
            </a:r>
            <a:r>
              <a:rPr lang="es-CO" dirty="0"/>
              <a:t> &gt; </a:t>
            </a:r>
            <a:r>
              <a:rPr lang="es-CO" b="1" dirty="0" err="1"/>
              <a:t>elementToBeClickable</a:t>
            </a:r>
            <a:r>
              <a:rPr lang="es-CO" dirty="0"/>
              <a:t>(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locator</a:t>
            </a:r>
            <a:r>
              <a:rPr lang="es-CO" dirty="0"/>
              <a:t>)</a:t>
            </a:r>
          </a:p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dirty="0" err="1"/>
              <a:t>Boolean</a:t>
            </a:r>
            <a:r>
              <a:rPr lang="es-CO" dirty="0"/>
              <a:t> &gt; </a:t>
            </a:r>
            <a:r>
              <a:rPr lang="es-CO" b="1" dirty="0" err="1"/>
              <a:t>elementToBeSelected</a:t>
            </a:r>
            <a:r>
              <a:rPr lang="es-CO" dirty="0"/>
              <a:t>(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locator</a:t>
            </a:r>
            <a:r>
              <a:rPr lang="es-CO" dirty="0"/>
              <a:t>)</a:t>
            </a:r>
          </a:p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dirty="0" err="1"/>
              <a:t>WebElement</a:t>
            </a:r>
            <a:r>
              <a:rPr lang="es-CO" dirty="0"/>
              <a:t> &gt; </a:t>
            </a:r>
            <a:r>
              <a:rPr lang="es-CO" b="1" dirty="0" err="1"/>
              <a:t>presenceOfElementLocated</a:t>
            </a:r>
            <a:r>
              <a:rPr lang="es-CO" dirty="0"/>
              <a:t>(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locator</a:t>
            </a:r>
            <a:r>
              <a:rPr lang="es-CO" dirty="0"/>
              <a:t>)</a:t>
            </a:r>
          </a:p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dirty="0" err="1"/>
              <a:t>Boolean</a:t>
            </a:r>
            <a:r>
              <a:rPr lang="es-CO" dirty="0"/>
              <a:t> &gt; </a:t>
            </a:r>
            <a:r>
              <a:rPr lang="es-CO" b="1" dirty="0" err="1"/>
              <a:t>titleContains</a:t>
            </a:r>
            <a:r>
              <a:rPr lang="es-CO" dirty="0"/>
              <a:t>(</a:t>
            </a:r>
            <a:r>
              <a:rPr lang="es-CO" dirty="0" err="1"/>
              <a:t>String</a:t>
            </a:r>
            <a:r>
              <a:rPr lang="es-CO" dirty="0"/>
              <a:t> </a:t>
            </a:r>
            <a:r>
              <a:rPr lang="es-CO" dirty="0" err="1"/>
              <a:t>title</a:t>
            </a:r>
            <a:r>
              <a:rPr lang="es-CO" dirty="0"/>
              <a:t>)</a:t>
            </a:r>
          </a:p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dirty="0" err="1"/>
              <a:t>Boolean</a:t>
            </a:r>
            <a:r>
              <a:rPr lang="es-CO" dirty="0"/>
              <a:t> &gt; </a:t>
            </a:r>
            <a:r>
              <a:rPr lang="es-CO" b="1" dirty="0" err="1"/>
              <a:t>titleIs</a:t>
            </a:r>
            <a:r>
              <a:rPr lang="es-CO" dirty="0"/>
              <a:t>(</a:t>
            </a:r>
            <a:r>
              <a:rPr lang="es-CO" dirty="0" err="1"/>
              <a:t>String</a:t>
            </a:r>
            <a:r>
              <a:rPr lang="es-CO" dirty="0"/>
              <a:t> </a:t>
            </a:r>
            <a:r>
              <a:rPr lang="es-CO" dirty="0" err="1"/>
              <a:t>title</a:t>
            </a:r>
            <a:r>
              <a:rPr lang="es-CO" dirty="0"/>
              <a:t>)</a:t>
            </a:r>
          </a:p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dirty="0" err="1"/>
              <a:t>Boolean</a:t>
            </a:r>
            <a:r>
              <a:rPr lang="es-CO" dirty="0"/>
              <a:t> &gt; </a:t>
            </a:r>
            <a:r>
              <a:rPr lang="es-CO" b="1" dirty="0" err="1"/>
              <a:t>urlContains</a:t>
            </a:r>
            <a:r>
              <a:rPr lang="es-CO" dirty="0"/>
              <a:t>(</a:t>
            </a:r>
            <a:r>
              <a:rPr lang="es-CO" dirty="0" err="1"/>
              <a:t>String</a:t>
            </a:r>
            <a:r>
              <a:rPr lang="es-CO" dirty="0"/>
              <a:t> </a:t>
            </a:r>
            <a:r>
              <a:rPr lang="es-CO" dirty="0" err="1"/>
              <a:t>fraction</a:t>
            </a:r>
            <a:r>
              <a:rPr lang="es-CO" dirty="0"/>
              <a:t>)</a:t>
            </a:r>
          </a:p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b="1" dirty="0" err="1"/>
              <a:t>Boolean</a:t>
            </a:r>
            <a:r>
              <a:rPr lang="es-CO" dirty="0"/>
              <a:t> &gt; </a:t>
            </a:r>
            <a:r>
              <a:rPr lang="es-CO" b="1" dirty="0" err="1"/>
              <a:t>urlToBe</a:t>
            </a:r>
            <a:r>
              <a:rPr lang="es-CO" dirty="0"/>
              <a:t>(</a:t>
            </a:r>
            <a:r>
              <a:rPr lang="es-CO" dirty="0" err="1"/>
              <a:t>String</a:t>
            </a:r>
            <a:r>
              <a:rPr lang="es-CO" dirty="0"/>
              <a:t> </a:t>
            </a:r>
            <a:r>
              <a:rPr lang="es-CO" dirty="0" err="1"/>
              <a:t>url</a:t>
            </a:r>
            <a:r>
              <a:rPr lang="es-CO" dirty="0"/>
              <a:t>)</a:t>
            </a:r>
          </a:p>
          <a:p>
            <a:r>
              <a:rPr lang="es-CO" dirty="0" err="1"/>
              <a:t>ExpectedCondition</a:t>
            </a:r>
            <a:r>
              <a:rPr lang="es-CO" dirty="0"/>
              <a:t> &lt; </a:t>
            </a:r>
            <a:r>
              <a:rPr lang="es-CO" dirty="0" err="1"/>
              <a:t>WebElement</a:t>
            </a:r>
            <a:r>
              <a:rPr lang="es-CO" dirty="0"/>
              <a:t> &gt; </a:t>
            </a:r>
            <a:r>
              <a:rPr lang="es-CO" b="1" dirty="0" err="1"/>
              <a:t>visibilityOfElementLocated</a:t>
            </a:r>
            <a:r>
              <a:rPr lang="es-CO" dirty="0"/>
              <a:t>(</a:t>
            </a:r>
            <a:r>
              <a:rPr lang="es-CO" dirty="0" err="1"/>
              <a:t>By</a:t>
            </a:r>
            <a:r>
              <a:rPr lang="es-CO" dirty="0"/>
              <a:t> </a:t>
            </a:r>
            <a:r>
              <a:rPr lang="es-CO" dirty="0" err="1"/>
              <a:t>locator</a:t>
            </a:r>
            <a:r>
              <a:rPr lang="es-CO" dirty="0"/>
              <a:t>)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69021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EFA80-EAFA-4557-9EE3-43CBC07E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48" y="2856537"/>
            <a:ext cx="10515600" cy="1325563"/>
          </a:xfrm>
        </p:spPr>
        <p:txBody>
          <a:bodyPr/>
          <a:lstStyle/>
          <a:p>
            <a:r>
              <a:rPr lang="es-CO" b="1" dirty="0"/>
              <a:t>Ejemplo:</a:t>
            </a:r>
          </a:p>
        </p:txBody>
      </p:sp>
    </p:spTree>
    <p:extLst>
      <p:ext uri="{BB962C8B-B14F-4D97-AF65-F5344CB8AC3E}">
        <p14:creationId xmlns:p14="http://schemas.microsoft.com/office/powerpoint/2010/main" val="1470559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124</Words>
  <Application>Microsoft Office PowerPoint</Application>
  <PresentationFormat>Panorámica</PresentationFormat>
  <Paragraphs>21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WebDriverWait</vt:lpstr>
      <vt:lpstr>“Esperas” o “Waits”</vt:lpstr>
      <vt:lpstr>Tipos de “esperas - waits”</vt:lpstr>
      <vt:lpstr>Esperas Implícitas - Implicit Waits</vt:lpstr>
      <vt:lpstr>Esperas Explicitas – Explicit Waits</vt:lpstr>
      <vt:lpstr>Condiciones (Expected Conditions)</vt:lpstr>
      <vt:lpstr>Ejemplo: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WebDriverWait</dc:title>
  <dc:creator>pcc</dc:creator>
  <cp:lastModifiedBy>pcc</cp:lastModifiedBy>
  <cp:revision>9</cp:revision>
  <dcterms:created xsi:type="dcterms:W3CDTF">2019-03-18T21:34:55Z</dcterms:created>
  <dcterms:modified xsi:type="dcterms:W3CDTF">2019-03-19T01:59:52Z</dcterms:modified>
</cp:coreProperties>
</file>